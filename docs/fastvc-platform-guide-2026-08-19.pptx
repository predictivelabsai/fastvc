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FastVC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https://vc.fastsme.com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FastVC is an AI workspace for venture investment teams. It adapts the proven PEHero workflow to a narrower startup-investing domain: thesis-led discovery, founder and fundraising signals, screening, round construction, diligence, investment committee, LP relations and portfolio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Your Venture Capital AI Agent Squad — sourcing, round modeling, and closing the next break</a:t>
            </a:r>
          </a:p>
        </p:txBody>
      </p:sp>
      <p:pic>
        <p:nvPicPr>
          <p:cNvPr id="3" name="Picture 2" descr="01-your-venture-capital-ai-agent-squad-sourcing-r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AGENTIC AI FOR VENTURE CAPITAL FREE &amp; FULLY OPEN SOURCE Your Venture Capital AI Agent Squad — sourcing, round modeling, and closing the next breakout startup. Not a prompt pack. FastVC is a working venture system for discovering startups, tracking founder and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https://vc.fastsme.com/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Everything between a thesis and a signed term sheet.</a:t>
            </a:r>
          </a:p>
        </p:txBody>
      </p:sp>
      <p:pic>
        <p:nvPicPr>
          <p:cNvPr id="3" name="Picture 2" descr="02-everything-between-a-thesis-and-a-signed-term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WHAT FASTVC DOES Everything between a thesis and a signed term sheet. FastVC is a working venture system, not a prompt pack. Discovery, signals, screening, round and ownership modelling, cited diligence, IC and LP work — on one data model, driven by conversati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https://vc.fastsme.com/features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One system. Every stage. All your deal data.</a:t>
            </a:r>
          </a:p>
        </p:txBody>
      </p:sp>
      <p:pic>
        <p:nvPicPr>
          <p:cNvPr id="3" name="Picture 2" descr="03-one-system-every-stage-all-your-deal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PLATFORM One system. Every stage. All your deal data. FastVC lives where your deal team already works. Twenty-five specialist agents share a single model of your pipeline, your portfolio, and your market. Each agent has its own tools and prompts — and they pas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https://vc.fastsme.com/platform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Sign In — FastVC</a:t>
            </a:r>
          </a:p>
        </p:txBody>
      </p:sp>
      <p:pic>
        <p:nvPicPr>
          <p:cNvPr id="3" name="Picture 2" descr="04-sign-in-fast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◆ FastVC Your Venture Capital AI Agent Squad Sign In Continue with Google or Forgot password? Sign In Don't have an account? Sign up FastVC Ltd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https://vc.fastsme.com/signin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